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D61FDE-4082-4C24-8926-FBCC894A8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2667C8-50AC-42B2-BF7D-DE23BD294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0DF8C8-68EF-4C91-A07B-0B098D989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923E-30D0-416C-933C-2B04CD0AC016}" type="datetimeFigureOut">
              <a:rPr lang="es-ES" smtClean="0"/>
              <a:t>27/05/2026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FCCC13-C6AB-4E89-BF32-FE411471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EB4549-0FDB-4ED9-9B87-562AD211F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E4B1-F70C-408E-A1A8-CCC31A6E43A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7957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052E7D-FFD2-432F-AAE3-1FCCC3DE1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EFA0F5-671C-42DF-91AA-40885D118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A8FADC-B8D6-47D2-906C-1B52A77EB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923E-30D0-416C-933C-2B04CD0AC016}" type="datetimeFigureOut">
              <a:rPr lang="es-ES" smtClean="0"/>
              <a:t>27/05/2026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B012B0-60A7-4E76-91CE-5CD996CD4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7F433E-E04F-42C3-81DC-566F1E8A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E4B1-F70C-408E-A1A8-CCC31A6E43A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2925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A2ECF-CF89-43F4-AE27-44B75EDB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C38B85-E893-4513-8F16-00D7F2300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8B0D90-4D35-453E-8F04-2B0DF1300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923E-30D0-416C-933C-2B04CD0AC016}" type="datetimeFigureOut">
              <a:rPr lang="es-ES" smtClean="0"/>
              <a:t>27/05/2026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AD911A-9CB8-4994-843D-7C016254E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447B8F-042C-4F2B-90AC-8B9107BFE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E4B1-F70C-408E-A1A8-CCC31A6E43A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8319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3C3258-4F17-488F-ACCE-FA94D5AF3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E03E83-F9BE-4527-9560-48FBC35E61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FA3D05D-5A8B-41AC-AE38-43E3ED8B8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983BA48-838A-43A8-A9C0-C86F54458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923E-30D0-416C-933C-2B04CD0AC016}" type="datetimeFigureOut">
              <a:rPr lang="es-ES" smtClean="0"/>
              <a:t>27/05/2026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A45D5F-CD12-4CF5-B6A8-ED1234CB0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372436-5983-466B-9EA2-FC77B8328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E4B1-F70C-408E-A1A8-CCC31A6E43A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4757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CCE76-BC57-44D7-A884-D717ED1A1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3A2A89-59C8-435E-A5ED-6840A944D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D1D6ACC-F69C-4E5F-AEA8-7E1EC1BF6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B6B22B1-53D7-4BD7-806F-64FFF520DA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B10161-B9FB-4076-A0F2-C41280AB7D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C1B1A63-5C12-4665-8D0D-DF53F00A2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923E-30D0-416C-933C-2B04CD0AC016}" type="datetimeFigureOut">
              <a:rPr lang="es-ES" smtClean="0"/>
              <a:t>27/05/2026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3370906-A77B-46CD-9D54-E4F9E344B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722D001-D35F-4F52-98B6-6F11C4575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E4B1-F70C-408E-A1A8-CCC31A6E43A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4854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1F3871-9819-4BBB-8F47-A089266C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A971D85-DDC8-4C73-A47F-DB7AC97A2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923E-30D0-416C-933C-2B04CD0AC016}" type="datetimeFigureOut">
              <a:rPr lang="es-ES" smtClean="0"/>
              <a:t>27/05/2026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DBC11C9-076D-4FEC-BD75-0A51A114A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AAFDF20-F7CA-47A7-8879-69282BCD1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E4B1-F70C-408E-A1A8-CCC31A6E43A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525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8CC0F08-4B98-461E-9D3A-2D899B275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923E-30D0-416C-933C-2B04CD0AC016}" type="datetimeFigureOut">
              <a:rPr lang="es-ES" smtClean="0"/>
              <a:t>27/05/2026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579961D-461A-4EC0-8166-5BEB394D2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C2F92F5-C4E0-45C6-B52E-F4F8026A8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E4B1-F70C-408E-A1A8-CCC31A6E43A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0561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2795F9-9011-4FF7-A58F-7771E5D46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D58E6A-F61F-4B08-9CCE-14BFB50F9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6C489CA-6B02-41D7-B7CF-31B1D38BD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3E3532-28EB-4381-90C4-F4EF0DFAA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923E-30D0-416C-933C-2B04CD0AC016}" type="datetimeFigureOut">
              <a:rPr lang="es-ES" smtClean="0"/>
              <a:t>27/05/2026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57934D-4C66-4739-8120-97A06C8C9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47E75A6-4411-4BF9-9171-2DAE5CFEB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E4B1-F70C-408E-A1A8-CCC31A6E43A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7792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5D4350-E939-4473-83DF-0A64A85E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0D29F2D-0FDA-413F-9DCA-2BF28F98C1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AE117A-97C8-4CB5-AC41-C4C98A57B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92410D-2852-4D0B-8B6C-F3EA03673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923E-30D0-416C-933C-2B04CD0AC016}" type="datetimeFigureOut">
              <a:rPr lang="es-ES" smtClean="0"/>
              <a:t>27/05/2026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D23AE69-5552-46E2-8CC3-08CD74361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F2E4B2-BF8E-4226-B12E-DC74EC1EA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E4B1-F70C-408E-A1A8-CCC31A6E43A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6019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0E619F-383E-417B-810A-BCDE111B5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4A0E63B-1909-4752-AFE1-19B1978B2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9476A6-929F-4CC3-B1F7-CB625271D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923E-30D0-416C-933C-2B04CD0AC016}" type="datetimeFigureOut">
              <a:rPr lang="es-ES" smtClean="0"/>
              <a:t>27/05/2026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858ECD-D3C1-48F8-BBC5-E924F5F1A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5599AC-5EAB-4BB4-AFBC-DBDA572B7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E4B1-F70C-408E-A1A8-CCC31A6E43A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0360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4A62A69-18BF-4B70-821D-D44C338594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C767043-08CB-4463-8ACC-EF1A3A3AD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463913-AE84-4A50-AB83-11D61AC94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3923E-30D0-416C-933C-2B04CD0AC016}" type="datetimeFigureOut">
              <a:rPr lang="es-ES" smtClean="0"/>
              <a:t>27/05/2026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78F890-E6D8-46A7-838D-3743C1AD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57A236-9A5C-4A8B-9408-6421E30FB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E4B1-F70C-408E-A1A8-CCC31A6E43A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287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F70D779-8D77-4046-989D-123D5AEB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45B2EF-E6CB-42C8-9037-716B476F0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18DE05-AF6F-4FCA-AE42-7D33506FBA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83923E-30D0-416C-933C-2B04CD0AC016}" type="datetimeFigureOut">
              <a:rPr lang="es-ES" smtClean="0"/>
              <a:t>27/05/2026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C7586C-2C6B-46D7-A542-BF48F12AB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F30EBD-47D0-4743-997E-2E3B9A7C6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8E4B1-F70C-408E-A1A8-CCC31A6E43A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8325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AE4B32-CC63-493B-93DD-00CE7E2A5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86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6786FCD-FC6F-482C-90D7-9D7D88ADB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68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0EC5CFA-FB61-4578-A07C-ADE737E77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631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2064A0A-4444-4377-AD32-7AB6350EE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847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1A8231B-1C48-43D2-8BAD-791F409EDC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174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6B6F0A5-0BA4-4926-A5EE-7076FEFD1F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615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6161F5D-7673-4C1F-996D-EB0A5E057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378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5975A57-13F0-4139-A3A0-D5E4C40CB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323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53A71F8-24C5-4C76-9CE5-3ACF0C33B6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6941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0</Words>
  <Application>Microsoft Office PowerPoint</Application>
  <PresentationFormat>Panorámica</PresentationFormat>
  <Paragraphs>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Prácticas Software 5</dc:creator>
  <cp:lastModifiedBy>Prácticas Software 5</cp:lastModifiedBy>
  <cp:revision>7</cp:revision>
  <dcterms:created xsi:type="dcterms:W3CDTF">2026-05-27T08:20:30Z</dcterms:created>
  <dcterms:modified xsi:type="dcterms:W3CDTF">2026-05-27T10:25:46Z</dcterms:modified>
</cp:coreProperties>
</file>